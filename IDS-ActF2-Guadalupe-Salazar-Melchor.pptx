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Actividad Formativa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Desarrollo de una Aplicación Simple en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Proyecto: Gestión de estudiantes</a:t>
            </a:r>
          </a:p>
          <a:p>
            <a:pPr>
              <a:spcAft>
                <a:spcPts val="1200"/>
              </a:spcAft>
              <a:defRPr sz="2400"/>
            </a:pPr>
            <a:r>
              <a:t>Estudiante: Guadalupe Salazar Melchor</a:t>
            </a:r>
          </a:p>
          <a:p>
            <a:pPr>
              <a:spcAft>
                <a:spcPts val="1200"/>
              </a:spcAft>
              <a:defRPr sz="2400"/>
            </a:pPr>
            <a:r>
              <a:t>Lenguaje: Java</a:t>
            </a:r>
          </a:p>
          <a:p>
            <a:pPr>
              <a:spcAft>
                <a:spcPts val="1200"/>
              </a:spcAft>
              <a:defRPr sz="2400"/>
            </a:pPr>
            <a:r>
              <a:t>Tema central: programación orientada a objetos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Objetivo de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Registrar estudiantes con matrícula, nombre, carrera y promedio.</a:t>
            </a:r>
          </a:p>
          <a:p>
            <a:pPr>
              <a:spcAft>
                <a:spcPts val="1200"/>
              </a:spcAft>
              <a:defRPr sz="2300"/>
            </a:pPr>
            <a:r>
              <a:t>Mostrar el estado académico según el promedio.</a:t>
            </a:r>
          </a:p>
          <a:p>
            <a:pPr>
              <a:spcAft>
                <a:spcPts val="1200"/>
              </a:spcAft>
              <a:defRPr sz="2300"/>
            </a:pPr>
            <a:r>
              <a:t>Buscar estudiantes por matrícula.</a:t>
            </a:r>
          </a:p>
          <a:p>
            <a:pPr>
              <a:spcAft>
                <a:spcPts val="1200"/>
              </a:spcAft>
              <a:defRPr sz="2300"/>
            </a:pPr>
            <a:r>
              <a:t>Evitar registros con matrículas duplicadas.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Estructura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Estudiante.java: representa a un estudiante y sus datos.</a:t>
            </a:r>
          </a:p>
          <a:p>
            <a:pPr>
              <a:spcAft>
                <a:spcPts val="1200"/>
              </a:spcAft>
              <a:defRPr sz="2200"/>
            </a:pPr>
            <a:r>
              <a:t>GestorEstudiantes.java: administra la lista y las operaciones.</a:t>
            </a:r>
          </a:p>
          <a:p>
            <a:pPr>
              <a:spcAft>
                <a:spcPts val="1200"/>
              </a:spcAft>
              <a:defRPr sz="2200"/>
            </a:pPr>
            <a:r>
              <a:t>Main.java: crea objetos y demuestra el funcionamiento.</a:t>
            </a:r>
          </a:p>
          <a:p>
            <a:pPr>
              <a:spcAft>
                <a:spcPts val="1200"/>
              </a:spcAft>
              <a:defRPr sz="2200"/>
            </a:pPr>
            <a:r>
              <a:t>README.md: documentación, ejecución y pasos para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Clases, atributos y constructor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Clase Estudiante: matrícula, nombre, carrera y promedio.</a:t>
            </a:r>
          </a:p>
          <a:p>
            <a:pPr>
              <a:spcAft>
                <a:spcPts val="1200"/>
              </a:spcAft>
              <a:defRPr sz="2200"/>
            </a:pPr>
            <a:r>
              <a:t>Los atributos son private para aplicar encapsulamiento.</a:t>
            </a:r>
          </a:p>
          <a:p>
            <a:pPr>
              <a:spcAft>
                <a:spcPts val="1200"/>
              </a:spcAft>
              <a:defRPr sz="2200"/>
            </a:pPr>
            <a:r>
              <a:t>El constructor Estudiante(...) inicializa los datos.</a:t>
            </a:r>
          </a:p>
          <a:p>
            <a:pPr>
              <a:spcAft>
                <a:spcPts val="1200"/>
              </a:spcAft>
              <a:defRPr sz="2200"/>
            </a:pPr>
            <a:r>
              <a:t>setPromedio valida que el valor esté entre 0 y 100.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Métodos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estaAprobado(): indica si el promedio es 60 o más.</a:t>
            </a:r>
          </a:p>
          <a:p>
            <a:pPr>
              <a:spcAft>
                <a:spcPts val="1200"/>
              </a:spcAft>
              <a:defRPr sz="2100"/>
            </a:pPr>
            <a:r>
              <a:t>mostrarInformacion(): devuelve los datos en una cadena.</a:t>
            </a:r>
          </a:p>
          <a:p>
            <a:pPr>
              <a:spcAft>
                <a:spcPts val="1200"/>
              </a:spcAft>
              <a:defRPr sz="2100"/>
            </a:pPr>
            <a:r>
              <a:t>agregarEstudiante(): agrega si la matrícula no existe.</a:t>
            </a:r>
          </a:p>
          <a:p>
            <a:pPr>
              <a:spcAft>
                <a:spcPts val="1200"/>
              </a:spcAft>
              <a:defRPr sz="2100"/>
            </a:pPr>
            <a:r>
              <a:t>buscarPorMatricula(): encuentra un registro.</a:t>
            </a:r>
          </a:p>
          <a:p>
            <a:pPr>
              <a:spcAft>
                <a:spcPts val="1200"/>
              </a:spcAft>
              <a:defRPr sz="2100"/>
            </a:pPr>
            <a:r>
              <a:t>listarEstudiantes(): imprime los registros existentes.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Instanciación de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Consolas"/>
              </a:defRPr>
            </a:pPr>
            <a:r>
              <a:t>Estudiante e1 = new Estudiante("A001", "Ana López", "Informática", 92.5);</a:t>
            </a:r>
          </a:p>
          <a:p>
            <a:pPr>
              <a:defRPr sz="1900">
                <a:latin typeface="Consolas"/>
              </a:defRPr>
            </a:pPr>
            <a:r>
              <a:t>Estudiante e2 = new Estudiante("A002", "Carlos Pérez", "Administración", 78.0);</a:t>
            </a:r>
          </a:p>
          <a:p>
            <a:pPr>
              <a:defRPr sz="1900">
                <a:latin typeface="Consolas"/>
              </a:defRPr>
            </a:pPr>
            <a:r>
              <a:t>GestorEstudiantes gestor = new GestorEstudiantes();</a:t>
            </a:r>
          </a:p>
          <a:p>
            <a:pPr>
              <a:defRPr sz="1900">
                <a:latin typeface="Consolas"/>
              </a:defRPr>
            </a:pPr>
          </a:p>
          <a:p>
            <a:pPr>
              <a:defRPr sz="1900">
                <a:latin typeface="Consolas"/>
              </a:defRPr>
            </a:pPr>
            <a:r>
              <a:t>gestor.agregarEstudiante(e1);</a:t>
            </a:r>
          </a:p>
          <a:p>
            <a:pPr>
              <a:defRPr sz="1900">
                <a:latin typeface="Consolas"/>
              </a:defRPr>
            </a:pPr>
            <a:r>
              <a:t>gestor.agregarEstudiante(e2);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83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La palabra new crea un objeto usando su constructor.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Ejecución y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Compilar: javac -encoding UTF-8 -d out src/Estudiante.java src/GestorEstudiantes.java src/Main.java</a:t>
            </a:r>
          </a:p>
          <a:p>
            <a:pPr>
              <a:spcAft>
                <a:spcPts val="1200"/>
              </a:spcAft>
              <a:defRPr sz="2000"/>
            </a:pPr>
            <a:r>
              <a:t>Ejecutar: java -cp out Main</a:t>
            </a:r>
          </a:p>
          <a:p>
            <a:pPr>
              <a:spcAft>
                <a:spcPts val="1200"/>
              </a:spcAft>
              <a:defRPr sz="2000"/>
            </a:pPr>
            <a:r>
              <a:t>Comprobar el listado, la búsqueda A002 y el rechazo de una matrícula repetida.</a:t>
            </a:r>
          </a:p>
          <a:p>
            <a:pPr>
              <a:spcAft>
                <a:spcPts val="1200"/>
              </a:spcAft>
              <a:defRPr sz="2000"/>
            </a:pPr>
            <a:r>
              <a:t>El promedio de 55.5 se muestra como “No aprobado”.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Publicación en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Crear un repositorio vacío en GitHub.</a:t>
            </a:r>
          </a:p>
          <a:p>
            <a:pPr>
              <a:spcAft>
                <a:spcPts val="1200"/>
              </a:spcAft>
              <a:defRPr sz="2100"/>
            </a:pPr>
            <a:r>
              <a:t>Ejecutar git init, git add ., git commit y git push.</a:t>
            </a:r>
          </a:p>
          <a:p>
            <a:pPr>
              <a:spcAft>
                <a:spcPts val="1200"/>
              </a:spcAft>
              <a:defRPr sz="2100"/>
            </a:pPr>
            <a:r>
              <a:t>Usar la URL real del repositorio y verificar los archivos en línea.</a:t>
            </a:r>
          </a:p>
          <a:p>
            <a:pPr>
              <a:spcAft>
                <a:spcPts val="1200"/>
              </a:spcAft>
              <a:defRPr sz="2100"/>
            </a:pPr>
            <a:r>
              <a:t>Agregar al informe el enlace final del repositorio.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Conclusiones y mejoras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Se aplicaron clases, atributos, constructor, objetos y métodos.</a:t>
            </a:r>
          </a:p>
          <a:p>
            <a:pPr>
              <a:spcAft>
                <a:spcPts val="1200"/>
              </a:spcAft>
              <a:defRPr sz="2100"/>
            </a:pPr>
            <a:r>
              <a:t>La separación de responsabilidades mejora la organización del código.</a:t>
            </a:r>
          </a:p>
          <a:p>
            <a:pPr>
              <a:spcAft>
                <a:spcPts val="1200"/>
              </a:spcAft>
              <a:defRPr sz="2100"/>
            </a:pPr>
            <a:r>
              <a:t>Mejoras posibles: menú interactivo, edición, eliminación y guardado permanente.</a:t>
            </a:r>
          </a:p>
          <a:p>
            <a:pPr>
              <a:spcAft>
                <a:spcPts val="1200"/>
              </a:spcAft>
              <a:defRPr sz="2100"/>
            </a:pPr>
            <a:r>
              <a:t>Antes de entregar: completar datos de portada, enlace GitHub y enlace de grabación.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Oracle. (s. f.). Classes. The Java Tutorials. https://docs.oracle.com/javase/tutorial/java/javaOO/classes.html</a:t>
            </a:r>
          </a:p>
          <a:p>
            <a:pPr>
              <a:spcAft>
                <a:spcPts val="1200"/>
              </a:spcAft>
              <a:defRPr sz="1600"/>
            </a:pPr>
            <a:r>
              <a:t>Oracle. (s. f.). Defining methods. The Java Tutorials. https://docs.oracle.com/javase/tutorial/java/javaOO/methods.html</a:t>
            </a:r>
          </a:p>
          <a:p>
            <a:pPr>
              <a:spcAft>
                <a:spcPts val="1200"/>
              </a:spcAft>
              <a:defRPr sz="1600"/>
            </a:pPr>
            <a:r>
              <a:t>GitHub Docs. (s. f.). Quickstart for repositories. https://docs.github.com/en/repositories/creating-and-managing-repositories/quickstart-for-repositories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